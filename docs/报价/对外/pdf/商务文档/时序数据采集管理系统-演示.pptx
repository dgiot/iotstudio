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时序数据采集与应用管理系统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3108960"/>
            <a:ext cx="9144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</a:defRPr>
            </a:pPr>
            <a:r>
              <a:t>Time-series Data Collection &amp; Application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7048" y="4297680"/>
            <a:ext cx="91440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演示汇报  · 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系统概述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时序数据采集与应用管理 — 面向大庆油田 16 厂 · 100+ 作业区 · 260 万+ 点位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377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中心侧 9 模块 + 边缘中枢 6 引擎 + 边缘采集 5 能力 · 三层部署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3383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10+ 工业协议 (A11/Modbus/OPC DA UA/IEC104/MQTT/HTTP/DTU/RTSP)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算法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4389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15 种流式计算算法 · QPS 156 · 四级告警 · 定制注册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5394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29 前端页面 · 70 后端 API · 20+ PDF 文档 · 一键部署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六域功能架构 (申报 48 计价项对齐)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① 采得全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10 协议 · 双路采集 · 10 家网关 · 断网补传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280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② 存得住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488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TDengine+PG+SQLite 三级存储 · 自动归档 · 8.3x 压缩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214883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③ 算得准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15 种算法 · 四级告警 · 流式引擎 QPS 156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④ 看得见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886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29 页面 · GIS 地图 · 数字大屏 · 中英日俄西阿 7 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⑤ 管得住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7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国密 SM2/3/4 · RBAC 3 角色 · 审计 3847 条 · 信创 5 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47548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⑥ 交付保障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623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压测 360h · 灌数 100 万点 · 一键部署 · 四层校验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5623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</a:defRPr>
            </a:pPr>
            <a:r>
              <a:t>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核心功能矩阵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数字大屏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KPI卡片 · 拓扑总览 · 告警滚动 · 秒级刷新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29 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设备管理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459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566 设备台账 · 六页签详情 · 五态生命周期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设备组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通道管理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459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21 通道 · Modbus 地址段盲扫 · CRC 报文跟踪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设备组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280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流式计算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6459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15 算法 · 实时自增 · 6 条数据流 · QPS 156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计算组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影子设备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260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Desired/Reported/Delta · 对标 dgaiot OTP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设备详情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国密安全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9260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SM2/3/4 · RBAC 3 角色 · 信创 5 平台验证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383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系统组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FDE 向导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9260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物模型→本体编译→扫描→规则→驾驶舱→AI 六步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383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计算组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9A84C"/>
                </a:solidFill>
              </a:defRPr>
            </a:pPr>
            <a:r>
              <a:t>国际化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9260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中/英/日/俄/西/阿 7 语 · 顶栏一键切换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3383279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</a:defRPr>
            </a:pPr>
            <a:r>
              <a:t>全局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关键数字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566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设备在线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371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68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语言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6576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0B4D8"/>
                </a:solidFill>
              </a:defRPr>
            </a:pPr>
            <a:r>
              <a:t>99.96%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成功率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部署拓扑 — 三层架构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中心侧 · 办公网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数字大屏 · 设备管理 · 产品管理 · 通道管理 · 边缘代理</a:t>
            </a:r>
            <a:br/>
            <a:r>
              <a:t>设备模拟 · 流式计算 · 规则编排 · 运维任务 · 数据报表</a:t>
            </a:r>
            <a:br/>
            <a:r>
              <a:t>时序分析 · 链路拓扑 · 采集场景 · 用户管理 · GIS 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边缘中枢 · DMZ 区 (麒麟 Linux)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4747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EMQX Broker · Parse Server · TDengine 时序库</a:t>
            </a:r>
            <a:br/>
            <a:r>
              <a:t>PostgreSQL 关系库 · NestJS 业务 · Vite 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4D8"/>
                </a:solidFill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边缘采集 · 生产网 IO 服务器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12064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10+ 协议解析引擎 · 双路采集 · 兼容 A11</a:t>
            </a:r>
            <a:br/>
            <a:r>
              <a:t>Modbus 盲扫 · 物模型自动配点 · 断网补传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后端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Python FastAPI + uvicorn · 70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3716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前端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Vue 3 + Vite + Element Plus + ECharts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协议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pymodbus · asyncua · 自研 A11/CommBridge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存储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TDengine + PostgreSQL +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消息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MQTT (dgiot/EMQX Broker)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74903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国密 SM2/SM3/SM4 · TLS 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部署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Docker · Nginx · Windows/Linux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937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9A84C"/>
                </a:solidFill>
              </a:defRPr>
            </a:pPr>
            <a:r>
              <a:t>国际化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vue-i18n · 7 语言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Demo 演示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7048" y="914400"/>
            <a:ext cx="10972800" cy="25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</a:defRPr>
            </a:pPr>
            <a:r>
              <a:t>http://localhost:20036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账号: dgiot_dev  /  密码: dgiot_dev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</a:defRPr>
            </a:pPr>
            <a:r>
              <a:t>云端: dev.dgiotcloud.cn:5180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</a:defRPr>
            </a:pPr>
            <a:r>
              <a:t>六域 100% 对齐  ·  70 API  ·  29 页面  ·  7 语言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C9A84C"/>
                </a:solidFill>
              </a:defRPr>
            </a:pPr>
            <a: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时序数据采集与应用管理系统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</a:defRPr>
            </a:pPr>
            <a:r>
              <a:t>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